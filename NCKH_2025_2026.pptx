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8335-DACA-1581-317D-2D05143E5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32D53-9520-52E0-90B9-C5DCE7FDA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CAC1E-51B7-4383-FD9D-D45D9B9B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C9A4C-B32C-9C03-FF34-D9767611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9FA98-A122-EC70-C949-C8214CA5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8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80F1-609E-2F31-530A-FB676779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37E2C-B13D-A25E-2E86-EFBD856C7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7E4BE-EA23-81DF-BAEB-41BD3A82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C266-4BE3-2880-C7E8-0026992CA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B0B3C-9895-8672-D181-F5B3ADCA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5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36DE-C9D2-3A1E-AD3F-572D85ACC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58AE3-5A66-B7E9-A0BB-BFD43070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88E20-1C81-BBB9-4460-E1B80682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1C603-423A-F2DC-CF3C-D6E432B6A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74583-63EF-734C-25F7-3154BD3D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31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51AE-1F67-B8F0-C94B-E293C021A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939AE-8360-7EFF-AF7C-EE95ACCB2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FFF1C-8A6C-FF63-CB8D-88FC5C757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A3EA9-02B6-0F12-51FF-F133FBFA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D1E7F-5656-13B1-139D-0F5ED927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E5308-0F49-9263-A6CB-03791619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28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AEF15-AFF5-A5BB-7AFC-54BC55CDA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4AA84-9248-EA10-1C8C-5A1E5A352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C650D-74BE-4C0C-DD1B-D74E53911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E2C9A-F892-581E-CC8C-4C8CBF291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797D3-980B-4C0A-FB71-1F1734030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6010E-4EA8-E035-7954-A4BFEB69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D09EB-FCB8-DB0D-DEB1-4B6E1F96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405D45-6EB1-D4FF-716A-249A45012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6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3D24-DBE0-AAF1-AE33-3056752E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71B34E-0655-1C3E-B254-1252B89A0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6059D-B022-E2FA-C10A-B4A166F0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E8150-DF58-BAC3-F4D0-EFF5E6EA5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1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D8520F-6285-A541-F353-0CAA0A2B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AFD74-B680-BBB9-DB72-8E880BE9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BFF26-B02A-DD48-F57F-05D769A2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6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732B-89F9-B3E7-FB96-8E772FE8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003FD-09F6-7FB9-DEB0-ACE27ECFE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009AD-3B63-C697-1013-10220C3AC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D5375-ECC4-B1D5-5621-CC795A664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01831-6040-0E74-FFF9-F9290328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DCB55-8701-D9FD-8778-A0A83B30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32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11FD-74F6-6FA5-9DF4-0D6DA607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96CDFC-59EA-54D6-827B-119074EF2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64D08-1D48-FE12-BDF6-44F513095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2D060-63D4-1E66-4E5E-F05E10C4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9BEDF-8DCC-76E0-D581-D96A7F2A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7AC1E-EABB-BE66-FEB2-0D52EC00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3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2A7E-45D6-ABB0-7FFE-E9E18F5F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0C672-DCE7-A9D4-72BC-F323EED3F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7A610-3481-AADD-F3D7-CA9B68A5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4850-07C5-666D-7F28-A16184BB3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2193B-0A70-54C0-11CA-17670486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3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E6A2E7-8AC6-38B3-28A3-8079C5F2F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10BEF-4C0A-4EA1-B352-B9AE1C60F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1BAF1-27AE-CB08-6D11-30C2B3CE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37314-61DD-ECB0-4494-55D7FD33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994A2-F3A8-B71F-508F-37F0182F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8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F87E7-12AB-A6E2-6744-48282508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A483D-FA7A-C033-5289-71BBD3F5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B84F3-C4AD-2ABA-36FF-9FE7A3C23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DF18F2-4635-4E5B-B39C-B19BDE78CFF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E0C0E-6496-6E9F-A053-5ADC3F8E4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00EAC-294E-DF4F-1599-6C8E19D70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580DA-EC7B-4068-91DE-F259838DF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5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figure/Simulations-of-color-vision-deficiencies-A-Routine-trichromatic-color-vision-is-based_fig1_34595260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dpi.com/2076-3417/12/24/12817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techweb.rohm.com/product/sensor/sensor-device/23742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YuDoWMb8Gww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mdpi.com/2077-0472/13/9/1824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29BC5F-F373-FF59-F94B-EBBACC288702}"/>
              </a:ext>
            </a:extLst>
          </p:cNvPr>
          <p:cNvSpPr txBox="1"/>
          <p:nvPr/>
        </p:nvSpPr>
        <p:spPr>
          <a:xfrm>
            <a:off x="2794503" y="1661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i="0" dirty="0">
                <a:solidFill>
                  <a:srgbClr val="0000FF"/>
                </a:solidFill>
                <a:effectLst/>
                <a:latin typeface="Roboto Condensed" panose="02000000000000000000" pitchFamily="2" charset="0"/>
              </a:rPr>
              <a:t>Keyence CZ-V1</a:t>
            </a:r>
            <a:endParaRPr lang="en-US" b="1" i="0" dirty="0">
              <a:solidFill>
                <a:srgbClr val="000000"/>
              </a:solidFill>
              <a:effectLst/>
              <a:latin typeface="Roboto Condensed" panose="02000000000000000000" pitchFamily="2" charset="0"/>
            </a:endParaRPr>
          </a:p>
        </p:txBody>
      </p:sp>
      <p:sp>
        <p:nvSpPr>
          <p:cNvPr id="2" name="AutoShape 2" descr="The Crucial Role of Cameras in Color Sorter Machines - Cashew Grading  Machine | Cashew Color Sorter">
            <a:extLst>
              <a:ext uri="{FF2B5EF4-FFF2-40B4-BE49-F238E27FC236}">
                <a16:creationId xmlns:a16="http://schemas.microsoft.com/office/drawing/2014/main" id="{F094A99A-D409-DD3B-4741-E6C2C942A5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Trichromatic RGB Cameras">
            <a:extLst>
              <a:ext uri="{FF2B5EF4-FFF2-40B4-BE49-F238E27FC236}">
                <a16:creationId xmlns:a16="http://schemas.microsoft.com/office/drawing/2014/main" id="{1F77841E-9C5A-52A4-92E1-C9327B9417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75F43C-84C0-50F6-72EB-FC5B9C327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454"/>
            <a:ext cx="12192000" cy="599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75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2DEA86-DB0C-24F1-38B0-1EF0944272DA}"/>
              </a:ext>
            </a:extLst>
          </p:cNvPr>
          <p:cNvSpPr txBox="1"/>
          <p:nvPr/>
        </p:nvSpPr>
        <p:spPr>
          <a:xfrm>
            <a:off x="3048755" y="310809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Simulations of color vision deficiencies. A. Routine trichromatic color... | Download Scientific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611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057A-3E23-30BF-342A-4AC0A7A6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9C93A6-B871-405F-0377-D7F3557BBEB3}"/>
              </a:ext>
            </a:extLst>
          </p:cNvPr>
          <p:cNvSpPr txBox="1"/>
          <p:nvPr/>
        </p:nvSpPr>
        <p:spPr>
          <a:xfrm>
            <a:off x="3048755" y="3108098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Promotion of Color Sorting in Industrial Systems Using a Deep Learning Algorithm | MDPI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76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43ECF-0EA2-F653-84F7-DDE542AE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CBDBE-258A-0A38-BC60-EDC6BAC50A4D}"/>
              </a:ext>
            </a:extLst>
          </p:cNvPr>
          <p:cNvSpPr txBox="1"/>
          <p:nvPr/>
        </p:nvSpPr>
        <p:spPr>
          <a:xfrm>
            <a:off x="685801" y="81121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＜Color Sensor＞ | What is a sensor? | </a:t>
            </a:r>
            <a:r>
              <a:rPr lang="en-US" dirty="0" err="1">
                <a:hlinkClick r:id="rId2"/>
              </a:rPr>
              <a:t>TechWeb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6A702-64C8-0DF7-75EB-9366BE009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72" y="147179"/>
            <a:ext cx="9173855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2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9BDFC-FC2F-D29D-7A53-6F819EDDC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615DD9-2AE6-A7AA-42C6-7F4335DF7F27}"/>
              </a:ext>
            </a:extLst>
          </p:cNvPr>
          <p:cNvSpPr txBox="1"/>
          <p:nvPr/>
        </p:nvSpPr>
        <p:spPr>
          <a:xfrm>
            <a:off x="124486" y="24084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Nguyên </a:t>
            </a:r>
            <a:r>
              <a:rPr lang="en-US" dirty="0" err="1">
                <a:hlinkClick r:id="rId2"/>
              </a:rPr>
              <a:t>lý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hoạt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động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cảm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biến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màu</a:t>
            </a:r>
            <a:r>
              <a:rPr lang="en-US" dirty="0">
                <a:hlinkClick r:id="rId2"/>
              </a:rPr>
              <a:t> </a:t>
            </a:r>
            <a:r>
              <a:rPr lang="en-US" dirty="0" err="1">
                <a:hlinkClick r:id="rId2"/>
              </a:rPr>
              <a:t>sắc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F816FA-46D9-E85C-2419-5B7D218EB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599" y="633022"/>
            <a:ext cx="8430802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3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BECB-E642-BBBA-DDA8-25079118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BCC9EF-E320-D5C9-A3D2-29E86B0F50BB}"/>
              </a:ext>
            </a:extLst>
          </p:cNvPr>
          <p:cNvSpPr txBox="1"/>
          <p:nvPr/>
        </p:nvSpPr>
        <p:spPr>
          <a:xfrm>
            <a:off x="305555" y="670018"/>
            <a:ext cx="609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Designing, Optimizing, and Validating a Low-Cost, Multi-Purpose, Automatic System-Based RGB Color Sensor for Sorting Fruits | MDPI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27628-0CC9-CD4A-AA0B-5D6B49063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125" y="1490392"/>
            <a:ext cx="8773749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67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CE215-DD23-2F00-4F0E-B6FAA2F7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959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F241-D950-0ADB-B839-B80AB97F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340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D4D3-BC36-8013-BDCC-BA9DB4DD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426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8698-0496-8A65-6226-6B375FD7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81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73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Duc Binh</dc:creator>
  <cp:lastModifiedBy>Nguyen Duc Binh</cp:lastModifiedBy>
  <cp:revision>5</cp:revision>
  <dcterms:created xsi:type="dcterms:W3CDTF">2026-03-04T09:12:18Z</dcterms:created>
  <dcterms:modified xsi:type="dcterms:W3CDTF">2026-03-08T09:01:30Z</dcterms:modified>
</cp:coreProperties>
</file>